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MedVault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2A5F5"/>
                </a:solidFill>
              </a:rPr>
              <a:t>Production High-Level Design (HLD)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246120"/>
            <a:ext cx="6702552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DEFB"/>
                </a:solidFill>
              </a:rPr>
              <a:t>Architecture · Infrastructure · Security · Deployment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From On-Device App  →  Enterprise-Grade Cloud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Agenda  —  What This Presentation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43000"/>
            <a:ext cx="5852160" cy="10972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Current State vs Production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852160" cy="10972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Full Production Architecture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5852160" cy="10972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Backend API &amp; Database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5852160" cy="109728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2828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Authentication &amp; Security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5852160" cy="109728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886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7C00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File Storage &amp; CDN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94760"/>
            <a:ext cx="5852160" cy="1097280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886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E35B1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Push Notifications (FCM/APNs)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20640"/>
            <a:ext cx="5852160" cy="1097280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97B"/>
                </a:solidFill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DevOps, CI/CD &amp;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5120640"/>
            <a:ext cx="5852160" cy="10972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65C0"/>
                </a:solidFill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Migration Plan &amp; Cost Breakdown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01  |  Current State vs Production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34747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960120"/>
            <a:ext cx="365760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Current  (Dev Build)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60120"/>
            <a:ext cx="42976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Required  (Production)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47472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User Data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508760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AsyncStorage on device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508760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PostgreSQL cloud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47672"/>
            <a:ext cx="3474720" cy="420624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Medical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47672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Device filesystem — lost if deleted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947672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AWS S3 / Supabase Storage (cloud)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86584"/>
            <a:ext cx="347472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Authentication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386584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Local SHA-256 password hash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386584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bcrypt + JWT tokens (RS256)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25496"/>
            <a:ext cx="3474720" cy="420624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OTP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25496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Code shown ON SCREEN (fake)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825496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Real SMS via MSG91 / Twilio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64408"/>
            <a:ext cx="347472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Password Reset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264408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OTP displayed on screen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64408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Email via SendGrid with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3474720" cy="420624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Multi-Device 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703320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Not supported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703320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Real-time sync across all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42231"/>
            <a:ext cx="347472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Data Backup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142231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NONE — data lost on uninstall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142231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Automatic cloud backup always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81144"/>
            <a:ext cx="3474720" cy="420624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Push Notifications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581144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Local only (phone must be 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4581144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FCM (Android) + APNs (iOS)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20056"/>
            <a:ext cx="347472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Encryption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5020056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Plain JSON in AsyncStorage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5020056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AES-256 at rest + TLS 1.3 in transit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58968"/>
            <a:ext cx="3474720" cy="420624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A1A2E"/>
                </a:solidFill>
              </a:rPr>
              <a:t>Monitoring &amp; Alerts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5458968"/>
            <a:ext cx="3657600" cy="420624"/>
          </a:xfrm>
          <a:prstGeom prst="rect">
            <a:avLst/>
          </a:prstGeom>
          <a:solidFill>
            <a:srgbClr val="FFEBEE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62828"/>
                </a:solidFill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5458968"/>
            <a:ext cx="4297680" cy="420624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E7D32"/>
                </a:solidFill>
              </a:rPr>
              <a:t>Sentry + Datadog + UptimeRobot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</a:rPr>
              <a:t>⚠  Red = Must fix before App Store submission    ✅  Green = Target production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02  |  Full Production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822960"/>
            <a:ext cx="11823192" cy="9144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USERS  (Mobile Devices)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347472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iOS App
(App Store)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960120"/>
            <a:ext cx="347472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Android App
(Play Store)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960120"/>
            <a:ext cx="3657600" cy="6583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 App (Future)
(Browser)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618488"/>
            <a:ext cx="0" cy="301752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18488"/>
            <a:ext cx="0" cy="301752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1618488"/>
            <a:ext cx="0" cy="301752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2880" y="1920240"/>
            <a:ext cx="11823192" cy="566928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CDN  /  API GATEWAY  (Cloudflare + AWS API Gateway)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762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Rate Limiting  ·  TLS 1.3  ·  DDoS Protection  ·  Token Validation  ·  Request Routing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87168"/>
            <a:ext cx="0" cy="256032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" y="2743200"/>
            <a:ext cx="11823192" cy="274320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614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97B"/>
                </a:solidFill>
              </a:rPr>
              <a:t>BACKEND MICROSERVICES  (Node.js  /  NestJS  —  hosted on Railway / AWS EC2)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63240"/>
            <a:ext cx="2103120" cy="6858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65C0"/>
                </a:solidFill>
              </a:rPr>
              <a:t>Auth
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3063240"/>
            <a:ext cx="210312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32"/>
                </a:solidFill>
              </a:rPr>
              <a:t>Reports
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063240"/>
            <a:ext cx="2103120" cy="68580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7C00"/>
                </a:solidFill>
              </a:rPr>
              <a:t>Files
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063240"/>
            <a:ext cx="2103120" cy="685800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E35B1"/>
                </a:solidFill>
              </a:rPr>
              <a:t>Notification
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3063240"/>
            <a:ext cx="2103120" cy="685800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897B"/>
                </a:solidFill>
              </a:rPr>
              <a:t>User
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3749039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3749039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3749039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0" y="3749039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15600" y="3749039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82880" y="3977639"/>
            <a:ext cx="11823192" cy="256032"/>
          </a:xfrm>
          <a:prstGeom prst="rect">
            <a:avLst/>
          </a:prstGeom>
          <a:solidFill>
            <a:srgbClr val="ECEFF1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959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</a:rPr>
              <a:t>DATA 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79392"/>
            <a:ext cx="2103120" cy="7772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7D32"/>
                </a:solidFill>
              </a:rPr>
              <a:t>PostgreSQL
(Supabase)
Users &amp;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279392"/>
            <a:ext cx="210312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57C00"/>
                </a:solidFill>
              </a:rPr>
              <a:t>S3 / Supabase
Storage
Files &amp; Images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279392"/>
            <a:ext cx="2103120" cy="77724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62828"/>
                </a:solidFill>
              </a:rPr>
              <a:t>Redis
Cache
Sessions &amp; OTP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4279392"/>
            <a:ext cx="2103120" cy="777240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E35B1"/>
                </a:solidFill>
              </a:rPr>
              <a:t>FCM / APNs
Push
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4279392"/>
            <a:ext cx="2103120" cy="777240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897B"/>
                </a:solidFill>
              </a:rPr>
              <a:t>SendGrid
Email
SMTP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166360"/>
            <a:ext cx="11823192" cy="502920"/>
          </a:xfrm>
          <a:prstGeom prst="rect">
            <a:avLst/>
          </a:prstGeom>
          <a:solidFill>
            <a:srgbClr val="1A1A2E"/>
          </a:solidFill>
          <a:ln w="1524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🔹 Sentry  (Crash Reports)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🔹 Datadog  (Logs &amp; Metrics)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🔹 UptimeRobot  (Uptime)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🔹 GitHub Actions  (CI/CD)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🔹 EAS Build  (App Builds)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148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BDEFB"/>
                </a:solidFill>
              </a:rPr>
              <a:t>MONITORING  &amp;  DevOps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74243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All communication uses HTTPS (TLS 1.3)   ·   Files served via Signed URLs only (expire in 1 hour)   ·   JWT auth on every API 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03  |  Database Design  (PostgreSQL via Supabase)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86868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52728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id             UUID  PRIMARY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45919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name           VARCHAR(100)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2039112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email          VARCHAR(255)  UNIQUE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2432304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phone          VARCHAR(20)   UNIQUE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825496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password_hash  VARCHAR(255)  — bcrypt(cost=12)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218687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avatar_url    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611880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created_at     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868680"/>
            <a:ext cx="28346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52728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id             UUID  PRIMARY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645919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user_id        UUID  → users.id  (FK)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39112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title          VARCHAR(255)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432304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report_type    VARCHAR(50)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825496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date          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218687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hospital_name  VARCHAR(255)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611880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doctor_name    VARCHAR(255)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4005072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notes         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398264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next_visit_at  TIMESTAMP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791456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created_at     TIMESTAMP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868680"/>
            <a:ext cx="283464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52728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id             UUID  PRIMARY 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45919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report_id      UUID  → reports.id  (FK)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039112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user_id        UUID  → users.id  (FK)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32304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file_name      VARCHAR(255)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25496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storage_url    TEXT  (S3 key)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218687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file_type      VARCHAR(20)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11880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file_size      BIGINT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05072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uploaded_at    TIMESTAMP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868680"/>
            <a:ext cx="283464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otp_sessions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1252728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id             UUID  PRIMARY 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1645919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identifier     VARCHAR — phone or email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039112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hashed_otp     VARCHAR(255)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432304"/>
            <a:ext cx="283464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expires_at     TIMESTAMP  (10 min TTL)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825496"/>
            <a:ext cx="28346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1A1A2E"/>
                </a:solidFill>
              </a:rPr>
              <a:t>used           BOOLEAN  DEFAULT false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6080760"/>
            <a:ext cx="11823192" cy="530352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1081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🔐  Row Level Security (RLS) enabled on ALL tables via Supabase — users can only read/write their OWN data. No user can ever access another user's reports or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04  |  Authentication Flow  &amp;  Security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LOGIN FLOW  (Phone OTP)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80160"/>
            <a:ext cx="13258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64208"/>
            <a:ext cx="1325880" cy="82296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User enters
phone number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1463040"/>
            <a:ext cx="15544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709928" y="1280160"/>
            <a:ext cx="13258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1664208"/>
            <a:ext cx="1325880" cy="82296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App calls
POST /auth/send-otp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35808" y="1463040"/>
            <a:ext cx="15544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91256" y="1280160"/>
            <a:ext cx="13258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1664208"/>
            <a:ext cx="1325880" cy="82296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Server generates
6-digit OTP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17136" y="1463040"/>
            <a:ext cx="155448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672584" y="1280160"/>
            <a:ext cx="13258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584" y="1664208"/>
            <a:ext cx="1325880" cy="82296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MSG91 sends
real SMS to user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1463040"/>
            <a:ext cx="155448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53912" y="1280160"/>
            <a:ext cx="132588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664208"/>
            <a:ext cx="1325880" cy="8229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User enters OTP
in app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9792" y="1463040"/>
            <a:ext cx="155448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635240" y="1280160"/>
            <a:ext cx="132588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664208"/>
            <a:ext cx="1325880" cy="8229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Server validates
OTP hash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1463040"/>
            <a:ext cx="155448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16568" y="1280160"/>
            <a:ext cx="132588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8" y="1664208"/>
            <a:ext cx="1325880" cy="82296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JWT token returned
(30-day expiry)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42448" y="1463040"/>
            <a:ext cx="155448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597896" y="1280160"/>
            <a:ext cx="132588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97896" y="1664208"/>
            <a:ext cx="1325880" cy="82296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App stores JWT in
expo-secure-store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6700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SECURITY CHECKLIST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90672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63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182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HTTPS everywhere  (TLS 1.3) — no plain HTTP allowed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90672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163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182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JWT stored in expo-secure-store  (NOT AsyncStorage)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57600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30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Passwords hashed with bcrypt  (cost factor 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657600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730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S3 files via signed URLs only  (expire in 1 hour)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24528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2976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Rate limiting on auth endpoints  (5 attempts / 15 min)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224528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42976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SQL injection protection  (parameterized queries)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91456"/>
            <a:ext cx="566928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864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82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Row Level Security on Supabase  (users see only their data)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791456"/>
            <a:ext cx="5669280" cy="502920"/>
          </a:xfrm>
          <a:prstGeom prst="rect">
            <a:avLst/>
          </a:prstGeom>
          <a:solidFill>
            <a:srgbClr val="F5F7FA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864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882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AES-256 field-level encryption for sensitive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58383"/>
            <a:ext cx="5669280" cy="502920"/>
          </a:xfrm>
          <a:prstGeom prst="rect">
            <a:avLst/>
          </a:prstGeom>
          <a:solidFill>
            <a:srgbClr val="F5F7FA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4315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44982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Certificate pinning in app  (prevents MITM attacks)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358383"/>
            <a:ext cx="5669280" cy="502920"/>
          </a:xfrm>
          <a:prstGeom prst="rect">
            <a:avLst/>
          </a:prstGeom>
          <a:solidFill>
            <a:srgbClr val="F5F7FA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59" y="54315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44982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VAPT security audit before launch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✅ = Must implement before launch    ⬜ = Implement after launch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05  |  File Storage Architecture  (AWS S3  /  Supabase Storage)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FILE UPLOAD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98448"/>
            <a:ext cx="1828800" cy="9601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User picks
photo/PDF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783080"/>
            <a:ext cx="146304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49424" y="1298448"/>
            <a:ext cx="1828800" cy="9601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App requests
upload URL
from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78224" y="1783080"/>
            <a:ext cx="146304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24528" y="1298448"/>
            <a:ext cx="1828800" cy="96012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Server generates
pre-signed S3
Upload URL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1783080"/>
            <a:ext cx="146304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9632" y="1298448"/>
            <a:ext cx="1828800" cy="96012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App uploads
file DIRECTLY
to S3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28432" y="1783080"/>
            <a:ext cx="146304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174736" y="1298448"/>
            <a:ext cx="18288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App tells API
upload complete
+ file key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03536" y="1783080"/>
            <a:ext cx="146304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49840" y="1298448"/>
            <a:ext cx="18288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API saves
file record
to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23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FILE DOWNLOAD (SECURE SIGNED URL)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828800" cy="960120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User opens
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3310128"/>
            <a:ext cx="146304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249424" y="2834640"/>
            <a:ext cx="1828800" cy="960120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App requests
file access
from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3310128"/>
            <a:ext cx="146304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24528" y="2834640"/>
            <a:ext cx="1828800" cy="9601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API checks JWT
&amp; ownership
in 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3328" y="3310128"/>
            <a:ext cx="146304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99632" y="2834640"/>
            <a:ext cx="1828800" cy="9601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API generates
Signed URL
(1 hour TTL)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28432" y="3310128"/>
            <a:ext cx="146304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74736" y="2834640"/>
            <a:ext cx="18288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App downloads
file directly
from S3/CDN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3536" y="3310128"/>
            <a:ext cx="146304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49840" y="2834640"/>
            <a:ext cx="18288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1A2E"/>
                </a:solidFill>
              </a:rPr>
              <a:t>URL expires
— cannot be
shared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97763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S3  FOLDER 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70832"/>
            <a:ext cx="5303520" cy="1691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34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medvault-production/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6908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  └── {userId}/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9469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        └── {reportId}/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2029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              ├── 1720000000_blood_test.jpg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458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              ├── 1720000001_prescription.pdf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715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              └── 1720000002_xray_report.jpg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4160520"/>
            <a:ext cx="2834640" cy="12801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All files are PRIVATE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727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No public access — signed URL required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160520"/>
            <a:ext cx="2834640" cy="12801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Max 20 MB per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727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JPEG, PNG, PDF, MP4 supported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5577840"/>
            <a:ext cx="2834640" cy="12801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715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Auto-delete on report delete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6144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No orphan files left in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5577840"/>
            <a:ext cx="2834640" cy="128016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5715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CDN delivery via CloudFront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6144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Fast load anywhere in India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06 &amp; 07  |  Push Notifications  +  CI/CD Pipeline  + 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PUSH NOTIFICATION FLOW  (FCM + APNs)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98448"/>
            <a:ext cx="1828800" cy="932688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User adds
Next Visit
Date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764792"/>
            <a:ext cx="146304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49424" y="1298448"/>
            <a:ext cx="1828800" cy="932688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App sends
device token
to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78224" y="1764792"/>
            <a:ext cx="146304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24528" y="1298448"/>
            <a:ext cx="1828800" cy="932688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Server
schedules
cron job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1764792"/>
            <a:ext cx="146304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9632" y="1298448"/>
            <a:ext cx="1828800" cy="932688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Cron fires
1 day before
visit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28432" y="1764792"/>
            <a:ext cx="146304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174736" y="1298448"/>
            <a:ext cx="1828800" cy="93268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FCM/APNs
push sent to
device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03536" y="1764792"/>
            <a:ext cx="146304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49840" y="1298448"/>
            <a:ext cx="1828800" cy="93268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User gets
notification
(even offline 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23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CI / CD 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828800" cy="932688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Developer
pushes code
to GitHub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3300984"/>
            <a:ext cx="146304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249424" y="2834640"/>
            <a:ext cx="1828800" cy="932688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GitHub Actions
runs TS check
+ lint + tests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3300984"/>
            <a:ext cx="146304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24528" y="2834640"/>
            <a:ext cx="1828800" cy="93268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EAS Build
triggers
(iOS + Android)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3328" y="3300984"/>
            <a:ext cx="146304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99632" y="2834640"/>
            <a:ext cx="1828800" cy="932688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Build sent to
TestFlight
+ Internal Track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28432" y="3300984"/>
            <a:ext cx="146304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74736" y="2834640"/>
            <a:ext cx="1828800" cy="932688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QA team
tests on
real devices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3536" y="3300984"/>
            <a:ext cx="146304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49840" y="2834640"/>
            <a:ext cx="1828800" cy="93268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Approved →
Prod release
to stores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9776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MONITORING 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2286000" cy="1261872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Sentry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892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Crash reports &amp; error tracking
Free tier: 5,000 errors/month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407408"/>
            <a:ext cx="2286000" cy="1261872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1488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Datadog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4892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API logs, latency, CPU usage
Free tier: 5 hosts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4407408"/>
            <a:ext cx="2286000" cy="1261872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UptimeRobot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4892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Alert if API goes down
50 monitors free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407408"/>
            <a:ext cx="2286000" cy="1261872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6367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35B1"/>
                </a:solidFill>
              </a:rPr>
              <a:t>Mixpanel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7" y="4892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User behaviour analytics
Free: 100K events/month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4407408"/>
            <a:ext cx="2286000" cy="1261872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93807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EAS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7" y="4892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 crash rate + OTA updates
Included with Expo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08  |  Migration Plan  —  Dev Build  → 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822960"/>
            <a:ext cx="292608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1  ·  Week 1–2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25880"/>
            <a:ext cx="29260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700784"/>
            <a:ext cx="2926080" cy="530352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Set up Supabase project &amp;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224942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Build Auth API (signup, login, JWT)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2798064"/>
            <a:ext cx="2926080" cy="530352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Integrate MSG91 OTP (replace fake OTP)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334670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Integrate SendGrid for email reset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895344"/>
            <a:ext cx="2926080" cy="530352"/>
          </a:xfrm>
          <a:prstGeom prst="rect">
            <a:avLst/>
          </a:prstGeom>
          <a:solidFill>
            <a:srgbClr val="E8F5E9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Update app to call auth APIs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444398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Store JWT in expo-secure-store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822960"/>
            <a:ext cx="292608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2  ·  Week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325880"/>
            <a:ext cx="29260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&amp; Files to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700784"/>
            <a:ext cx="2926080" cy="530352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Migrate reports save → Supabase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224942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Migrate file upload → S3/Supabase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2798064"/>
            <a:ext cx="2926080" cy="530352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Add offline queue (sync when internet returns)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2" y="334670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Add cloud backup / restore option in Profile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3895344"/>
            <a:ext cx="2926080" cy="530352"/>
          </a:xfrm>
          <a:prstGeom prst="rect">
            <a:avLst/>
          </a:prstGeom>
          <a:solidFill>
            <a:srgbClr val="E3F2FD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Test multi-device sync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2112" y="444398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Enable Row Level 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822960"/>
            <a:ext cx="2926080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3  ·  Week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325880"/>
            <a:ext cx="29260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DevOps &amp;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700784"/>
            <a:ext cx="2926080" cy="530352"/>
          </a:xfrm>
          <a:prstGeom prst="rect">
            <a:avLst/>
          </a:prstGeom>
          <a:solidFill>
            <a:srgbClr val="FFF3E0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Set up Sentry crash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24942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Set up UptimeRobot uptime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798064"/>
            <a:ext cx="2926080" cy="530352"/>
          </a:xfrm>
          <a:prstGeom prst="rect">
            <a:avLst/>
          </a:prstGeom>
          <a:solidFill>
            <a:srgbClr val="FFF3E0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Configure GitHub Actions CI/CD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334670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Set up EAS Build production profiles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3895344"/>
            <a:ext cx="2926080" cy="530352"/>
          </a:xfrm>
          <a:prstGeom prst="rect">
            <a:avLst/>
          </a:prstGeom>
          <a:solidFill>
            <a:srgbClr val="FFF3E0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Privacy Policy + Terms of Service 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444398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Final security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822960"/>
            <a:ext cx="2926080" cy="475488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4  ·  Week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576" y="1325880"/>
            <a:ext cx="29260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Store Submission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1700784"/>
            <a:ext cx="2926080" cy="530352"/>
          </a:xfrm>
          <a:prstGeom prst="rect">
            <a:avLst/>
          </a:prstGeom>
          <a:solidFill>
            <a:srgbClr val="EDE7F6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EAS build iOS production IPA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576" y="224942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EAS build Android production AAB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2798064"/>
            <a:ext cx="2926080" cy="530352"/>
          </a:xfrm>
          <a:prstGeom prst="rect">
            <a:avLst/>
          </a:prstGeom>
          <a:solidFill>
            <a:srgbClr val="EDE7F6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Submit to App Store (Apple review: 1–3 days)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0576" y="334670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Submit to Play Store (review: few hours)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3895344"/>
            <a:ext cx="2926080" cy="530352"/>
          </a:xfrm>
          <a:prstGeom prst="rect">
            <a:avLst/>
          </a:prstGeom>
          <a:solidFill>
            <a:srgbClr val="EDE7F6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Monitor crash reports after launch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576" y="4443984"/>
            <a:ext cx="292608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▸  🎉  Go Live!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Cost Breakdown  &amp;  Infrastructure Scaling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MONTHLY INFRASTRUCTURE COST BY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98448"/>
            <a:ext cx="283464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4408" y="1298448"/>
            <a:ext cx="28346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1
(0–5K users)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4496" y="1298448"/>
            <a:ext cx="28346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
(5K–50K users)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1298448"/>
            <a:ext cx="28346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3
(50K+ users)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01368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API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801368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Railway: $7/mo
(₹585)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801368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AWS EC2 x2: $30/mo
(₹2,500)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4584" y="1801368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ECS cluster: $120/mo
(₹10,000)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68296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Database (Supabase)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368296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Free tier: $0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2368296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Supabase Pro: $25/mo
(₹2,100)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2368296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Dedicated DB: $100/mo
(₹8,400)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35224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File Storage (S3)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2935224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Supabase free: $0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2935224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S3: $5–15/mo
(₹400–1,200)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2935224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S3 + CDN: $50/mo
(₹4,200)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SMS (MSG91)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3502152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₹0.20/SMS
(pay per use)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502152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₹0.18/SMS
(volume discount)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3502152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₹0.15/SMS
(enterprise deal)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Email (SendGrid)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4069080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Free: 100/day ($0)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4069080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Essentials: $20/mo
(₹1,680)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4069080"/>
            <a:ext cx="2834640" cy="548640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Pro: $90/mo
(₹7,500)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36008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A1A2E"/>
                </a:solidFill>
              </a:rPr>
              <a:t>Monitoring (Sentry)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4408" y="4636008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Free tier: $0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4636008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Team: $26/mo
(₹2,180)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4636008"/>
            <a:ext cx="28346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555555"/>
                </a:solidFill>
              </a:rPr>
              <a:t>Business: $80/mo
(₹6,700)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02936"/>
            <a:ext cx="2834640" cy="548640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FFFFFF"/>
                </a:solidFill>
              </a:rPr>
              <a:t>TOTAL /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5202936"/>
            <a:ext cx="2834640" cy="548640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FFFFFF"/>
                </a:solidFill>
              </a:rPr>
              <a:t>~₹585–1,000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5202936"/>
            <a:ext cx="2834640" cy="548640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FFFFFF"/>
                </a:solidFill>
              </a:rPr>
              <a:t>~₹8,000–12,000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5202936"/>
            <a:ext cx="2834640" cy="548640"/>
          </a:xfrm>
          <a:prstGeom prst="rect">
            <a:avLst/>
          </a:prstGeom>
          <a:solidFill>
            <a:srgbClr val="1A1A2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FFFFFF"/>
                </a:solidFill>
              </a:rPr>
              <a:t>~₹30,000–40,000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961888"/>
            <a:ext cx="1161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💡  At 1,000 paying users × ₹99/month = ₹99,000/month revenue  →  covers ALL infrastructure costs with profit.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Recommended  Full  Tech Stack  —  Production MedVault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868680"/>
            <a:ext cx="228600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📱 Mobile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2286000" cy="786384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Expo SDK 56 / React 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2176272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21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963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980944"/>
            <a:ext cx="2286000" cy="786384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Secure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00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expo-secure-store  (JWT)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785616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831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Custom JWT via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590288"/>
            <a:ext cx="2286000" cy="786384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636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910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AsyncStorage 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868680"/>
            <a:ext cx="228600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⚙️ Backend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371600"/>
            <a:ext cx="2286000" cy="7863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417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Node.js 20 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176272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221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4963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NestJS or Express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80944"/>
            <a:ext cx="2286000" cy="7863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300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jsonwebtoken (RS256)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3785616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3831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Zod / class-validator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590288"/>
            <a:ext cx="2286000" cy="7863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636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Hosting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910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Railway / AWS EC2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868680"/>
            <a:ext cx="2286000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🗄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1371600"/>
            <a:ext cx="2286000" cy="786384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417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Primary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PostgreSQL (Supabase)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2176272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2221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24963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Prisma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2980944"/>
            <a:ext cx="2286000" cy="786384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Cache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300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Redis (Upstash free tier)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3785616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831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Migrations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Prisma migrate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4590288"/>
            <a:ext cx="2286000" cy="786384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4636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910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Row Level Security (RLS)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868680"/>
            <a:ext cx="2286000" cy="475488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☁️ Cloud &amp; Storage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1371600"/>
            <a:ext cx="2286000" cy="786384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1417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35B1"/>
                </a:solidFill>
              </a:rPr>
              <a:t>Files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AWS S3 / Supabase Storage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2176272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2221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35B1"/>
                </a:solidFill>
              </a:rPr>
              <a:t>CDN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24963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CloudFront / Cloudflare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2980944"/>
            <a:ext cx="2286000" cy="786384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4380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35B1"/>
                </a:solidFill>
              </a:rPr>
              <a:t>SMS OTP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3300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MSG91 (India)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52360" y="3785616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831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35B1"/>
                </a:solidFill>
              </a:rPr>
              <a:t>Email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SendGrid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4590288"/>
            <a:ext cx="2286000" cy="786384"/>
          </a:xfrm>
          <a:prstGeom prst="rect">
            <a:avLst/>
          </a:prstGeom>
          <a:solidFill>
            <a:srgbClr val="EDE7F6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4636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35B1"/>
                </a:solidFill>
              </a:rPr>
              <a:t>Push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4910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FCM + APNs via Expo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520" y="868680"/>
            <a:ext cx="2286000" cy="4754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🔧 DevOps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75520" y="1371600"/>
            <a:ext cx="2286000" cy="786384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66960" y="1417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CI/CD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GitHub Actions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5520" y="2176272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66960" y="2221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App Builds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24963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EAS Build (Expo)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75520" y="2980944"/>
            <a:ext cx="2286000" cy="786384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Crash Monitor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33009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75520" y="3785616"/>
            <a:ext cx="2286000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66960" y="3831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Uptime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66960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UptimeRobot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4590288"/>
            <a:ext cx="2286000" cy="786384"/>
          </a:xfrm>
          <a:prstGeom prst="rect">
            <a:avLst/>
          </a:prstGeom>
          <a:solidFill>
            <a:srgbClr val="E0F2F1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66960" y="46360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Analytics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4910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Mixpanel / PostHog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MedVault is Ready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194560"/>
            <a:ext cx="7616952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2A5F5"/>
                </a:solidFill>
              </a:rPr>
              <a:t>The app is already production-quality in UI and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2A5F5"/>
                </a:solidFill>
              </a:rPr>
              <a:t>The only step remaining is connecting it to a real backend.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4290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930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To full production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34290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34930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₹600/mo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Infrastructure to 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4290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4930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₹99/mo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Subscription price per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4290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4930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1,000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</a:rPr>
              <a:t>Covers all costs +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MedVault  ·  Production HLD  ·  Prepared for Product Demo &amp; Investor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